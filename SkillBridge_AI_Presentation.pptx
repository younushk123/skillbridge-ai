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703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Career Intelligence &amp; Skill Gap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7175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your current skills and the skills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market demands.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3108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 Cloud AI Hackathon Pakistan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AI for Pakistan’s Future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Career Gap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skills do I currently have?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813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skills am I missing for my target career?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24028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4144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skills are actually demanded by employers?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754880" y="224028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4144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 I match a specific job?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2004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40156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I learn next?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54880" y="32004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401568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8640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I prepare for the interview?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SkillBridge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a resume into a personalized career development plan.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14630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Extraction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4630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036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14630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Market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4630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Matching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14630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Roadmap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146304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1600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18120" y="2011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asking “What should I learn?”, SkillBridge asks: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I learn next based on my skills, target role, and the current job market?”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RESUME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Resume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upload their resume as a PDF. SkillBridge extracts a structured career profile.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Info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contact,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173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Degrees, institutions, 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companies, impact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173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skill set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extracted skills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48840" y="32461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25" name="Text 23"/>
          <p:cNvSpPr/>
          <p:nvPr/>
        </p:nvSpPr>
        <p:spPr>
          <a:xfrm>
            <a:off x="2148840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32461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32120" y="32461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32461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3246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48840" y="374904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35" name="Text 33"/>
          <p:cNvSpPr/>
          <p:nvPr/>
        </p:nvSpPr>
        <p:spPr>
          <a:xfrm>
            <a:off x="214884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840480" y="374904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32120" y="374904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39" name="Text 37"/>
          <p:cNvSpPr/>
          <p:nvPr/>
        </p:nvSpPr>
        <p:spPr>
          <a:xfrm>
            <a:off x="553212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PERSONALIZED SKILL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Analysis — AI Engineer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Machine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Scikit-learn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97280"/>
            <a:ext cx="27432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Gaps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TensorFlow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PyTorch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Deep Learning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Learn TensorFlow &amp; build NN 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Learn PyTorch for deep learning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Strengthen neural-network fundamentals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REAL-TIME JOB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Market Intelligence — AI Engineer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recent job descriptions to surface what employers are actually demanding right 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jobs analyzed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jobs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37.5% of jobs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jobs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jobs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3474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jobs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3474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jobs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JOB MATCH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Job Description → Instant Match Score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2011680"/>
          </a:xfrm>
          <a:prstGeom prst="ellipse">
            <a:avLst/>
          </a:prstGeom>
          <a:solidFill>
            <a:srgbClr val="CCFBF1"/>
          </a:solidFill>
          <a:ln w="381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18872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Skills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Python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Pandas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Scikit-learn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Machine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Skills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Java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JavaScript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PyTorch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Azure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PERSONALIZED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Plan to Close the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Required Gaps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15087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 ·  JavaScript  ·  PyTorch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foundational projects and complete targeted learning modules for each missing skill.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3–4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468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Job Evidence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27432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SQL  ·  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portfolio pieces and quantified examples that demonstrate your strongest skills.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703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Readiness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60320" y="39776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Role-specific practice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generated interview questions to rehearse answers tied to the target role and gaps.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INTERVIEW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Interview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generated from target role, required skills, candidate profile, and identified gaps.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819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819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apply Python to solve a problem in this AI Engineer role?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048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048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apply SQL to solve a problem in this role?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278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22783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apply PyTorch to solve an AI problem?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507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507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machine-learning project you would build to demonstrate readiness for this position.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Speed, Intelligence &amp; Reliability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2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Clean, responsive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FastAPI + 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SQLAlchemy + SQLite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Alibaba Cloud DashScope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Qwen models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Pipeline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/ JD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03120" y="32918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40480" y="32918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Skills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77840" y="32918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0" y="32918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parsing  ·  Skill normalization  ·  Gap engine  ·  Market analysis  ·  Matching  ·  Roadmap  ·  Interview Qs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Career Guidance Actionable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individual’s actual skills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051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Market-driven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by current employer demand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gaps into learning steps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1051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Job-focused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prep to real requirements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Live job-market integrations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Multilingual guidance for Pakistani users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Local Pakistani job-market 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AI-powered mock interviews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Course recommendations from skill gaps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Career progression tracking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Employer-side candidate matching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SkillBridge AI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Resume → Career Intelligence → Job Match → Roadmap → Interview Preparation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product walkthrough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live product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46888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 code &amp; documentation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AI — Turning career uncertainty into an actionable path forward.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717</Words>
  <Application>Microsoft Office PowerPoint</Application>
  <PresentationFormat>On-screen Show (16:9)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AI — Alibaba Cloud AI Hackathon Pakistan 2026</dc:title>
  <dc:subject>AI-Powered Career Intelligence &amp; Skill Gap Analysis</dc:subject>
  <dc:creator>SkillBridge AI</dc:creator>
  <cp:lastModifiedBy>YOUNUS KHAN</cp:lastModifiedBy>
  <cp:revision>3</cp:revision>
  <dcterms:created xsi:type="dcterms:W3CDTF">2026-09-07T18:21:58Z</dcterms:created>
  <dcterms:modified xsi:type="dcterms:W3CDTF">2026-09-08T10:44:14Z</dcterms:modified>
</cp:coreProperties>
</file>