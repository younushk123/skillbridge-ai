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SkillBridge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Career Intelligence &amp; Skill Gap Analysis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Bridging the gap between your current skills and the skills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market demands.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931920"/>
            <a:ext cx="310896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931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Alibaba Cloud AI Hackathon Pakistan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3192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Track: AI for Pakistan’s Future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Career Gap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skills do I currently have?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128016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81328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1508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skills am I missing for my target career?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22402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4144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skills are actually demanded by employers?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4754880" y="22402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441448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0" y="2468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well do I match a specific job?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57200" y="32004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40156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I learn next?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4754880" y="320040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401568"/>
            <a:ext cx="411480" cy="4114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48640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should I prepare for the interview?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SkillBridge 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Transforms a resume into a personalized career development plan.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1143000" cy="1371600"/>
          </a:xfrm>
          <a:prstGeom prst="roundRect">
            <a:avLst>
              <a:gd name="adj" fmla="val 6400"/>
            </a:avLst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6002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2011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Intelligence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00200" y="1463040"/>
            <a:ext cx="1143000" cy="1371600"/>
          </a:xfrm>
          <a:prstGeom prst="roundRect">
            <a:avLst>
              <a:gd name="adj" fmla="val 64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600200" y="16002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2011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Extraction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34640" y="1463040"/>
            <a:ext cx="1143000" cy="1371600"/>
          </a:xfrm>
          <a:prstGeom prst="roundRect">
            <a:avLst>
              <a:gd name="adj" fmla="val 6400"/>
            </a:avLst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6002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Gap Analysis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69080" y="1463040"/>
            <a:ext cx="1143000" cy="1371600"/>
          </a:xfrm>
          <a:prstGeom prst="roundRect">
            <a:avLst>
              <a:gd name="adj" fmla="val 64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16002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114800" y="2011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Market Analysis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03520" y="1463040"/>
            <a:ext cx="1143000" cy="1371600"/>
          </a:xfrm>
          <a:prstGeom prst="roundRect">
            <a:avLst>
              <a:gd name="adj" fmla="val 6400"/>
            </a:avLst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0" y="16002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Matching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37960" y="1463040"/>
            <a:ext cx="1143000" cy="1371600"/>
          </a:xfrm>
          <a:prstGeom prst="roundRect">
            <a:avLst>
              <a:gd name="adj" fmla="val 6400"/>
            </a:avLst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16002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83680" y="2011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Roadmap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0" y="1463040"/>
            <a:ext cx="1143000" cy="1371600"/>
          </a:xfrm>
          <a:prstGeom prst="roundRect">
            <a:avLst>
              <a:gd name="adj" fmla="val 6400"/>
            </a:avLst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0" y="160020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818120" y="201168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Prep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2004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31520" y="3383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Idea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asking “What should I learn?”, SkillBridge asks: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" y="41148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should I learn next based on my skills, target role, and the current job market?”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RESUME INTELLIGENCE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Resume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upload their resume as a PDF. SkillBridge extracts a structured career profile.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73152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Info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contact, summary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41732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417320"/>
            <a:ext cx="73152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Degrees, institutions, dates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41732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417320"/>
            <a:ext cx="73152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8348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Roles, companies, impact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417320"/>
            <a:ext cx="20116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1417320"/>
            <a:ext cx="73152" cy="1234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Skills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3232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Normalized skill set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extracted skills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24612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246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48840" y="324612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25" name="Text 23"/>
          <p:cNvSpPr/>
          <p:nvPr/>
        </p:nvSpPr>
        <p:spPr>
          <a:xfrm>
            <a:off x="2148840" y="3246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40480" y="324612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27" name="Text 25"/>
          <p:cNvSpPr/>
          <p:nvPr/>
        </p:nvSpPr>
        <p:spPr>
          <a:xfrm>
            <a:off x="3840480" y="3246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32120" y="324612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29" name="Text 27"/>
          <p:cNvSpPr/>
          <p:nvPr/>
        </p:nvSpPr>
        <p:spPr>
          <a:xfrm>
            <a:off x="5532120" y="3246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NumPy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223760" y="324612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31" name="Text 29"/>
          <p:cNvSpPr/>
          <p:nvPr/>
        </p:nvSpPr>
        <p:spPr>
          <a:xfrm>
            <a:off x="7223760" y="32461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374904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3749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148840" y="374904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35" name="Text 33"/>
          <p:cNvSpPr/>
          <p:nvPr/>
        </p:nvSpPr>
        <p:spPr>
          <a:xfrm>
            <a:off x="2148840" y="3749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840480" y="374904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0" y="3749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532120" y="374904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CCFBF1"/>
          </a:solidFill>
          <a:ln/>
        </p:spPr>
      </p:sp>
      <p:sp>
        <p:nvSpPr>
          <p:cNvPr id="39" name="Text 37"/>
          <p:cNvSpPr/>
          <p:nvPr/>
        </p:nvSpPr>
        <p:spPr>
          <a:xfrm>
            <a:off x="5532120" y="37490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PERSONALIZED SKILL GAP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Gap Analysis — AI Engineer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743200" cy="3566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2743200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Strengths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Python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Machine Learning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Scikit-learn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Docker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1840" y="1097280"/>
            <a:ext cx="2743200" cy="3566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097280"/>
            <a:ext cx="27432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Gaps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747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TensorFlow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PyTorch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Deep Learning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1097280"/>
            <a:ext cx="2743200" cy="35661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097280"/>
            <a:ext cx="274320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371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Learn TensorFlow &amp; build NN models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Learn PyTorch for deep learning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Strengthen neural-network fundamentals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REAL-TIME JOB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Market Intelligence — AI Engineer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Analyzes recent job descriptions to surface what employers are actually demanding right now.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jobs analyzed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of jobs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2286000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37.5% of jobs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2788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of jobs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657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of jobs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3657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747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of jobs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3474720"/>
            <a:ext cx="26517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309360" y="3657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30936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of jobs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JOB MATCH INTELLIGENCE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a Job Description → Instant Match Score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011680" cy="2011680"/>
          </a:xfrm>
          <a:prstGeom prst="ellipse">
            <a:avLst/>
          </a:prstGeom>
          <a:solidFill>
            <a:srgbClr val="CCFBF1"/>
          </a:solidFill>
          <a:ln w="381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Score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26080" y="1188720"/>
            <a:ext cx="2834640" cy="33832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0896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Matched Skills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10896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Python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2194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SQL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08960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Pandas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10896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Scikit-learn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Machine Learning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08960" y="3657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Git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0" y="1188720"/>
            <a:ext cx="2834640" cy="33832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2648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Skills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64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Java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0" y="21945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JavaScript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26480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PyTorch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AWS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12648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Azure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PERSONALIZED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Plan to Close the Gaps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7160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60320" y="12344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Required Gaps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 ·  JavaScript  ·  PyTorch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0" y="17830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foundational projects and complete targeted learning modules for each missing skill.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60604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606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3–4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468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Job Evidence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27432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 ·  SQL  ·  Pandas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60320" y="30175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portfolio pieces and quantified examples that demonstrate your strongest skills.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840480"/>
            <a:ext cx="1645920" cy="54864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840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3703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Readiness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560320" y="39776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Role-specific practice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560320" y="4251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generated interview questions to rehearse answers tied to the target role and gaps.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INTERVIEW PREPARATION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AI-Generated Interview Questions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are generated from target role, required skills, candidate profile, and identified gaps.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0000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581912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81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5819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would you apply Python to solve a problem in this AI Engineer role?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00000">
                <a:alpha val="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04872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240487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would you apply SQL to solve a problem in this role?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00000">
                <a:alpha val="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227832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88720" y="322783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would you apply PyTorch to solve an AI problem?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00000">
                <a:alpha val="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5079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a machine-learning project you would build to demonstrate readiness for this position.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Speed, Intelligence &amp; Reliability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HTML / CSS / JavaScript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Clean, responsive UI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05156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FastAPI + Python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SQLAlchemy + SQLite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05156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Layer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0" y="1691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Alibaba Cloud DashScope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Qwen models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Pipeline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329184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/ JD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74520" y="3383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103120" y="329184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2103120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11880" y="3383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840480" y="329184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0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Skills Layer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49240" y="3383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577840" y="329184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/>
        </p:spPr>
      </p:sp>
      <p:sp>
        <p:nvSpPr>
          <p:cNvPr id="27" name="Text 25"/>
          <p:cNvSpPr/>
          <p:nvPr/>
        </p:nvSpPr>
        <p:spPr>
          <a:xfrm>
            <a:off x="5577840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Engine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86600" y="3383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315200" y="329184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0" y="3291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parsing  ·  Skill normalization  ·  Gap engine  ·  Market analysis  ·  Matching  ·  Roadmap  ·  Interview Qs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&amp; FUTURE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Making Career Guidance Actionable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individual’s actual skills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105156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4320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Informed by current employer demand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9204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gaps into learning steps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903720" y="105156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4088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Job-focused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040880" y="16459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prep to real requirements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Live job-market integrations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Multilingual guidance for Pakistani users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Local Pakistani job-market intelligence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343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AI-powered mock interviews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754880" y="3108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Course recommendations from skill gaps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0" y="3520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Career progression tracking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39319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Employer-side candidate matching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SkillBridge AI in Action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Resume → Career Intelligence → Job Match → Roadmap → Interview Preparation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51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product walkthrough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live product demo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246888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651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54880" y="3063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code &amp; documentation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0233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SkillBridge AI — Turning career uncertainty into an actionable path forward.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SkillBridge AI — Alibaba Cloud AI Hackathon Pakistan 2026</dc:title>
  <dc:subject>AI-Powered Career Intelligence &amp; Skill Gap Analysis</dc:subject>
  <dc:creator>SkillBridge AI</dc:creator>
  <cp:lastModifiedBy>SkillBridge AI</cp:lastModifiedBy>
  <cp:revision>1</cp:revision>
  <dcterms:created xsi:type="dcterms:W3CDTF">2026-09-07T18:21:58Z</dcterms:created>
  <dcterms:modified xsi:type="dcterms:W3CDTF">2026-09-07T18:21:58Z</dcterms:modified>
</cp:coreProperties>
</file>